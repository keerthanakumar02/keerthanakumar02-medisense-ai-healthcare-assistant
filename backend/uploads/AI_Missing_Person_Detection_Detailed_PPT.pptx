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AI-Based Missing Person Detection System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Final Year Project Presentation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Abstract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This project helps register, store and identify missing persons using a web-based platform. The system uses Python, Flask, SQLite and OpenCV.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Problem Statement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Manual tracking of missing persons is slow and difficult. A centralized digital system can improve record management and identification.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Objectives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Register missing persons</a:t>
            </a:r>
          </a:p>
          <a:p>
            <a:r>
              <a:t>Store details securely</a:t>
            </a:r>
          </a:p>
          <a:p>
            <a:r>
              <a:t>Upload and manage photos</a:t>
            </a:r>
          </a:p>
          <a:p>
            <a:r>
              <a:t>Detect faces from images</a:t>
            </a:r>
          </a:p>
          <a:p>
            <a:r>
              <a:t>Provide quick search and retrieval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Existing System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Manual records, paper-based storage, slow searching and limited accessibility.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Proposed System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Web application with centralized database, photo management and face detection using OpenCV.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Technology Stack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Python, Flask, SQLite, HTML/CSS and OpenCV.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System Architecture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User → Flask Application → SQLite Database</a:t>
            </a:r>
          </a:p>
          <a:p>
            <a:r>
              <a:t>User → Upload Image → OpenCV Face Detection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Registration Module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Enter name, age and photo. Save information into database.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Database Module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Store, retrieve and manage person records.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Search Module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Display registered persons and their uploaded photos.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Face Detection Module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Detect faces from uploaded images using Haar Cascade classifier.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Database Design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Table: persons</a:t>
            </a:r>
          </a:p>
          <a:p>
            <a:r>
              <a:t>Fields: ID, Name, Age, Photo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Workflow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Register → Upload Photo → Save → Search → Face Detection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Results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Flask app working, photo upload successful, database integration completed, face detection working.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Advantages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Easy management, fast retrieval, digital storage and scalability.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Future Enhancements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Face recognition, live webcam detection, GPS integration and cloud deployment.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Conclusion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The system successfully demonstrates missing person registration, storage, search and face detection.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Thank You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Questions and Answers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